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4" r:id="rId6"/>
    <p:sldId id="275" r:id="rId7"/>
    <p:sldId id="276" r:id="rId8"/>
    <p:sldId id="277" r:id="rId9"/>
    <p:sldId id="278" r:id="rId10"/>
    <p:sldId id="27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19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45131F-E31F-4891-A144-0946700AE3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2D77495-701E-4361-BB88-D2FDE781FA77}">
      <dgm:prSet/>
      <dgm:spPr/>
      <dgm:t>
        <a:bodyPr/>
        <a:lstStyle/>
        <a:p>
          <a:r>
            <a:rPr lang="en-GB" dirty="0"/>
            <a:t>📋 Upcoming (Implementation Plan):</a:t>
          </a:r>
        </a:p>
      </dgm:t>
    </dgm:pt>
    <dgm:pt modelId="{DFF496B1-3755-4EE7-8CF3-F4309775F788}" type="parTrans" cxnId="{15DE1C3B-F51B-47B3-B8AC-B97830F132A0}">
      <dgm:prSet/>
      <dgm:spPr/>
      <dgm:t>
        <a:bodyPr/>
        <a:lstStyle/>
        <a:p>
          <a:endParaRPr lang="en-US"/>
        </a:p>
      </dgm:t>
    </dgm:pt>
    <dgm:pt modelId="{C057708B-1E34-4222-9E9A-97A248445F4C}" type="sibTrans" cxnId="{15DE1C3B-F51B-47B3-B8AC-B97830F132A0}">
      <dgm:prSet/>
      <dgm:spPr/>
      <dgm:t>
        <a:bodyPr/>
        <a:lstStyle/>
        <a:p>
          <a:endParaRPr lang="en-US"/>
        </a:p>
      </dgm:t>
    </dgm:pt>
    <dgm:pt modelId="{A391DA17-5E6B-462D-9DBF-EA7BB1C033C4}">
      <dgm:prSet/>
      <dgm:spPr/>
      <dgm:t>
        <a:bodyPr/>
        <a:lstStyle/>
        <a:p>
          <a:r>
            <a:rPr lang="en-GB" dirty="0"/>
            <a:t>• Enhanced CSV validation and import</a:t>
          </a:r>
        </a:p>
      </dgm:t>
    </dgm:pt>
    <dgm:pt modelId="{1169CEC4-78CB-4356-AF2D-ABD0F4FF4375}" type="parTrans" cxnId="{67B4D2BF-30E3-49DE-9C33-5140264BF0C9}">
      <dgm:prSet/>
      <dgm:spPr/>
      <dgm:t>
        <a:bodyPr/>
        <a:lstStyle/>
        <a:p>
          <a:endParaRPr lang="en-US"/>
        </a:p>
      </dgm:t>
    </dgm:pt>
    <dgm:pt modelId="{4EFA8F1B-5932-465C-B800-B996F033DAB1}" type="sibTrans" cxnId="{67B4D2BF-30E3-49DE-9C33-5140264BF0C9}">
      <dgm:prSet/>
      <dgm:spPr/>
      <dgm:t>
        <a:bodyPr/>
        <a:lstStyle/>
        <a:p>
          <a:endParaRPr lang="en-US"/>
        </a:p>
      </dgm:t>
    </dgm:pt>
    <dgm:pt modelId="{BD47AA11-7D27-4E0A-BA5F-CED70FF9B40F}">
      <dgm:prSet/>
      <dgm:spPr/>
      <dgm:t>
        <a:bodyPr/>
        <a:lstStyle/>
        <a:p>
          <a:r>
            <a:rPr lang="en-GB" dirty="0"/>
            <a:t>• Batch review interface for curators</a:t>
          </a:r>
        </a:p>
      </dgm:t>
    </dgm:pt>
    <dgm:pt modelId="{7762E5D3-A098-4FF0-82B1-AC3B7E2AA27F}" type="parTrans" cxnId="{C07F7083-12E1-4411-9CC3-5E4B893E02EB}">
      <dgm:prSet/>
      <dgm:spPr/>
      <dgm:t>
        <a:bodyPr/>
        <a:lstStyle/>
        <a:p>
          <a:endParaRPr lang="en-US"/>
        </a:p>
      </dgm:t>
    </dgm:pt>
    <dgm:pt modelId="{22CA69A6-5297-4B3F-AAC2-544CE8BE36F1}" type="sibTrans" cxnId="{C07F7083-12E1-4411-9CC3-5E4B893E02EB}">
      <dgm:prSet/>
      <dgm:spPr/>
      <dgm:t>
        <a:bodyPr/>
        <a:lstStyle/>
        <a:p>
          <a:endParaRPr lang="en-US"/>
        </a:p>
      </dgm:t>
    </dgm:pt>
    <dgm:pt modelId="{43CDE3AA-6778-40ED-9F19-BC8330DA7125}">
      <dgm:prSet/>
      <dgm:spPr/>
      <dgm:t>
        <a:bodyPr/>
        <a:lstStyle/>
        <a:p>
          <a:r>
            <a:rPr lang="en-GB" dirty="0"/>
            <a:t>• Website cross-linking improvements</a:t>
          </a:r>
        </a:p>
      </dgm:t>
    </dgm:pt>
    <dgm:pt modelId="{16EBF372-6146-4567-997A-828D6E66B328}" type="parTrans" cxnId="{FCBFB939-E721-4739-BAEA-AAC66422CC7D}">
      <dgm:prSet/>
      <dgm:spPr/>
      <dgm:t>
        <a:bodyPr/>
        <a:lstStyle/>
        <a:p>
          <a:endParaRPr lang="en-US"/>
        </a:p>
      </dgm:t>
    </dgm:pt>
    <dgm:pt modelId="{76766DBD-C3A7-4A46-91C8-349250F9496E}" type="sibTrans" cxnId="{FCBFB939-E721-4739-BAEA-AAC66422CC7D}">
      <dgm:prSet/>
      <dgm:spPr/>
      <dgm:t>
        <a:bodyPr/>
        <a:lstStyle/>
        <a:p>
          <a:endParaRPr lang="en-US"/>
        </a:p>
      </dgm:t>
    </dgm:pt>
    <dgm:pt modelId="{F2AF48CF-64A9-43F8-BB2F-958B6879BC0B}">
      <dgm:prSet/>
      <dgm:spPr/>
      <dgm:t>
        <a:bodyPr/>
        <a:lstStyle/>
        <a:p>
          <a:r>
            <a:rPr lang="en-GB" dirty="0"/>
            <a:t>Timeline: Weeks 2-3</a:t>
          </a:r>
        </a:p>
      </dgm:t>
    </dgm:pt>
    <dgm:pt modelId="{2502A6BA-467E-469F-A5B5-44DA04F0160E}" type="parTrans" cxnId="{43DAC958-D055-4421-8232-B0637E6664BA}">
      <dgm:prSet/>
      <dgm:spPr/>
      <dgm:t>
        <a:bodyPr/>
        <a:lstStyle/>
        <a:p>
          <a:endParaRPr lang="en-US"/>
        </a:p>
      </dgm:t>
    </dgm:pt>
    <dgm:pt modelId="{E0926A3F-08B2-431E-AF4E-13E0A6B206C8}" type="sibTrans" cxnId="{43DAC958-D055-4421-8232-B0637E6664BA}">
      <dgm:prSet/>
      <dgm:spPr/>
      <dgm:t>
        <a:bodyPr/>
        <a:lstStyle/>
        <a:p>
          <a:endParaRPr lang="en-US"/>
        </a:p>
      </dgm:t>
    </dgm:pt>
    <dgm:pt modelId="{603ED0A3-83A2-49C6-97C0-32C2C8AC7975}" type="pres">
      <dgm:prSet presAssocID="{0045131F-E31F-4891-A144-0946700AE3AF}" presName="root" presStyleCnt="0">
        <dgm:presLayoutVars>
          <dgm:dir/>
          <dgm:resizeHandles val="exact"/>
        </dgm:presLayoutVars>
      </dgm:prSet>
      <dgm:spPr/>
    </dgm:pt>
    <dgm:pt modelId="{2F4B4730-110B-4975-B444-16448AFAC134}" type="pres">
      <dgm:prSet presAssocID="{42D77495-701E-4361-BB88-D2FDE781FA77}" presName="compNode" presStyleCnt="0"/>
      <dgm:spPr/>
    </dgm:pt>
    <dgm:pt modelId="{7D61E4D4-4A6E-4DE6-9E3C-1381B130C0B3}" type="pres">
      <dgm:prSet presAssocID="{42D77495-701E-4361-BB88-D2FDE781FA77}" presName="bgRect" presStyleLbl="bgShp" presStyleIdx="0" presStyleCnt="5"/>
      <dgm:spPr/>
    </dgm:pt>
    <dgm:pt modelId="{B3D9E623-C8D1-4E44-9F97-0C615B9DFC0A}" type="pres">
      <dgm:prSet presAssocID="{42D77495-701E-4361-BB88-D2FDE781FA7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32C21DB3-61DC-4253-A88D-C875BD62EB36}" type="pres">
      <dgm:prSet presAssocID="{42D77495-701E-4361-BB88-D2FDE781FA77}" presName="spaceRect" presStyleCnt="0"/>
      <dgm:spPr/>
    </dgm:pt>
    <dgm:pt modelId="{8881D0DA-BB31-47A8-B470-41B8D11D44CC}" type="pres">
      <dgm:prSet presAssocID="{42D77495-701E-4361-BB88-D2FDE781FA77}" presName="parTx" presStyleLbl="revTx" presStyleIdx="0" presStyleCnt="5">
        <dgm:presLayoutVars>
          <dgm:chMax val="0"/>
          <dgm:chPref val="0"/>
        </dgm:presLayoutVars>
      </dgm:prSet>
      <dgm:spPr/>
    </dgm:pt>
    <dgm:pt modelId="{7C408444-DC78-4CDB-B137-F9F22233A123}" type="pres">
      <dgm:prSet presAssocID="{C057708B-1E34-4222-9E9A-97A248445F4C}" presName="sibTrans" presStyleCnt="0"/>
      <dgm:spPr/>
    </dgm:pt>
    <dgm:pt modelId="{67A0E8DC-71CE-4619-91D1-AC4C7C620943}" type="pres">
      <dgm:prSet presAssocID="{A391DA17-5E6B-462D-9DBF-EA7BB1C033C4}" presName="compNode" presStyleCnt="0"/>
      <dgm:spPr/>
    </dgm:pt>
    <dgm:pt modelId="{84897CB6-365D-4CB8-8D94-62676AA09977}" type="pres">
      <dgm:prSet presAssocID="{A391DA17-5E6B-462D-9DBF-EA7BB1C033C4}" presName="bgRect" presStyleLbl="bgShp" presStyleIdx="1" presStyleCnt="5"/>
      <dgm:spPr/>
    </dgm:pt>
    <dgm:pt modelId="{25DBA1DF-849E-4C41-B4F9-CC29116322C8}" type="pres">
      <dgm:prSet presAssocID="{A391DA17-5E6B-462D-9DBF-EA7BB1C033C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D99654E6-F051-45C3-8944-8C40502D5C44}" type="pres">
      <dgm:prSet presAssocID="{A391DA17-5E6B-462D-9DBF-EA7BB1C033C4}" presName="spaceRect" presStyleCnt="0"/>
      <dgm:spPr/>
    </dgm:pt>
    <dgm:pt modelId="{3F8A1368-843C-44A9-9979-606B95FEF774}" type="pres">
      <dgm:prSet presAssocID="{A391DA17-5E6B-462D-9DBF-EA7BB1C033C4}" presName="parTx" presStyleLbl="revTx" presStyleIdx="1" presStyleCnt="5">
        <dgm:presLayoutVars>
          <dgm:chMax val="0"/>
          <dgm:chPref val="0"/>
        </dgm:presLayoutVars>
      </dgm:prSet>
      <dgm:spPr/>
    </dgm:pt>
    <dgm:pt modelId="{A197A1AC-AC60-4E1C-9D40-BA21D2BC5E4E}" type="pres">
      <dgm:prSet presAssocID="{4EFA8F1B-5932-465C-B800-B996F033DAB1}" presName="sibTrans" presStyleCnt="0"/>
      <dgm:spPr/>
    </dgm:pt>
    <dgm:pt modelId="{3791D4CA-C607-4EF5-ABEA-4EC6697947E3}" type="pres">
      <dgm:prSet presAssocID="{BD47AA11-7D27-4E0A-BA5F-CED70FF9B40F}" presName="compNode" presStyleCnt="0"/>
      <dgm:spPr/>
    </dgm:pt>
    <dgm:pt modelId="{97A56A69-1810-4CE8-A2AF-E5FC4909CADB}" type="pres">
      <dgm:prSet presAssocID="{BD47AA11-7D27-4E0A-BA5F-CED70FF9B40F}" presName="bgRect" presStyleLbl="bgShp" presStyleIdx="2" presStyleCnt="5"/>
      <dgm:spPr/>
    </dgm:pt>
    <dgm:pt modelId="{CCD3498B-2DE2-4AFF-AB5C-314FED75C327}" type="pres">
      <dgm:prSet presAssocID="{BD47AA11-7D27-4E0A-BA5F-CED70FF9B40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st"/>
        </a:ext>
      </dgm:extLst>
    </dgm:pt>
    <dgm:pt modelId="{DDC4223F-41D1-44AE-BF05-6F82EB88C61F}" type="pres">
      <dgm:prSet presAssocID="{BD47AA11-7D27-4E0A-BA5F-CED70FF9B40F}" presName="spaceRect" presStyleCnt="0"/>
      <dgm:spPr/>
    </dgm:pt>
    <dgm:pt modelId="{6C5FAB35-C246-4A21-8DF4-8B92A7F72F98}" type="pres">
      <dgm:prSet presAssocID="{BD47AA11-7D27-4E0A-BA5F-CED70FF9B40F}" presName="parTx" presStyleLbl="revTx" presStyleIdx="2" presStyleCnt="5">
        <dgm:presLayoutVars>
          <dgm:chMax val="0"/>
          <dgm:chPref val="0"/>
        </dgm:presLayoutVars>
      </dgm:prSet>
      <dgm:spPr/>
    </dgm:pt>
    <dgm:pt modelId="{DA4285E4-368F-4FDF-8B62-E3CBD147B65B}" type="pres">
      <dgm:prSet presAssocID="{22CA69A6-5297-4B3F-AAC2-544CE8BE36F1}" presName="sibTrans" presStyleCnt="0"/>
      <dgm:spPr/>
    </dgm:pt>
    <dgm:pt modelId="{63D36CC7-3A76-4204-B5BF-7E2CAA4BAFBD}" type="pres">
      <dgm:prSet presAssocID="{43CDE3AA-6778-40ED-9F19-BC8330DA7125}" presName="compNode" presStyleCnt="0"/>
      <dgm:spPr/>
    </dgm:pt>
    <dgm:pt modelId="{D1ABD576-BF17-4547-A3BB-685A61478429}" type="pres">
      <dgm:prSet presAssocID="{43CDE3AA-6778-40ED-9F19-BC8330DA7125}" presName="bgRect" presStyleLbl="bgShp" presStyleIdx="3" presStyleCnt="5"/>
      <dgm:spPr/>
    </dgm:pt>
    <dgm:pt modelId="{8D69CF13-3E84-42CB-A497-30416F5E2430}" type="pres">
      <dgm:prSet presAssocID="{43CDE3AA-6778-40ED-9F19-BC8330DA712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AB659993-C85E-4679-B747-425333918599}" type="pres">
      <dgm:prSet presAssocID="{43CDE3AA-6778-40ED-9F19-BC8330DA7125}" presName="spaceRect" presStyleCnt="0"/>
      <dgm:spPr/>
    </dgm:pt>
    <dgm:pt modelId="{A5B2D846-7A29-4D68-824B-AE1B9FC851C1}" type="pres">
      <dgm:prSet presAssocID="{43CDE3AA-6778-40ED-9F19-BC8330DA7125}" presName="parTx" presStyleLbl="revTx" presStyleIdx="3" presStyleCnt="5">
        <dgm:presLayoutVars>
          <dgm:chMax val="0"/>
          <dgm:chPref val="0"/>
        </dgm:presLayoutVars>
      </dgm:prSet>
      <dgm:spPr/>
    </dgm:pt>
    <dgm:pt modelId="{F119243C-5136-4FF0-A028-DD2CB6DE056D}" type="pres">
      <dgm:prSet presAssocID="{76766DBD-C3A7-4A46-91C8-349250F9496E}" presName="sibTrans" presStyleCnt="0"/>
      <dgm:spPr/>
    </dgm:pt>
    <dgm:pt modelId="{6A819685-DC7C-4061-8F1D-3A037F80BAEC}" type="pres">
      <dgm:prSet presAssocID="{F2AF48CF-64A9-43F8-BB2F-958B6879BC0B}" presName="compNode" presStyleCnt="0"/>
      <dgm:spPr/>
    </dgm:pt>
    <dgm:pt modelId="{9ECD9D05-524B-4E99-BAFE-F4801D11D5AC}" type="pres">
      <dgm:prSet presAssocID="{F2AF48CF-64A9-43F8-BB2F-958B6879BC0B}" presName="bgRect" presStyleLbl="bgShp" presStyleIdx="4" presStyleCnt="5"/>
      <dgm:spPr/>
    </dgm:pt>
    <dgm:pt modelId="{0AFE7F50-C6C4-415D-B3FB-A74E28184A70}" type="pres">
      <dgm:prSet presAssocID="{F2AF48CF-64A9-43F8-BB2F-958B6879BC0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6CDB1DF9-2574-40DD-81B5-020143ECF384}" type="pres">
      <dgm:prSet presAssocID="{F2AF48CF-64A9-43F8-BB2F-958B6879BC0B}" presName="spaceRect" presStyleCnt="0"/>
      <dgm:spPr/>
    </dgm:pt>
    <dgm:pt modelId="{24B43A88-1712-4C55-A4D5-43BCEB0AE41D}" type="pres">
      <dgm:prSet presAssocID="{F2AF48CF-64A9-43F8-BB2F-958B6879BC0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BB9BA0F-F322-4CD1-A0F3-4D9383C0FA12}" type="presOf" srcId="{F2AF48CF-64A9-43F8-BB2F-958B6879BC0B}" destId="{24B43A88-1712-4C55-A4D5-43BCEB0AE41D}" srcOrd="0" destOrd="0" presId="urn:microsoft.com/office/officeart/2018/2/layout/IconVerticalSolidList"/>
    <dgm:cxn modelId="{B32E8914-0EE6-4779-88CD-46BB5536B218}" type="presOf" srcId="{43CDE3AA-6778-40ED-9F19-BC8330DA7125}" destId="{A5B2D846-7A29-4D68-824B-AE1B9FC851C1}" srcOrd="0" destOrd="0" presId="urn:microsoft.com/office/officeart/2018/2/layout/IconVerticalSolidList"/>
    <dgm:cxn modelId="{FCBFB939-E721-4739-BAEA-AAC66422CC7D}" srcId="{0045131F-E31F-4891-A144-0946700AE3AF}" destId="{43CDE3AA-6778-40ED-9F19-BC8330DA7125}" srcOrd="3" destOrd="0" parTransId="{16EBF372-6146-4567-997A-828D6E66B328}" sibTransId="{76766DBD-C3A7-4A46-91C8-349250F9496E}"/>
    <dgm:cxn modelId="{15DE1C3B-F51B-47B3-B8AC-B97830F132A0}" srcId="{0045131F-E31F-4891-A144-0946700AE3AF}" destId="{42D77495-701E-4361-BB88-D2FDE781FA77}" srcOrd="0" destOrd="0" parTransId="{DFF496B1-3755-4EE7-8CF3-F4309775F788}" sibTransId="{C057708B-1E34-4222-9E9A-97A248445F4C}"/>
    <dgm:cxn modelId="{43DAC958-D055-4421-8232-B0637E6664BA}" srcId="{0045131F-E31F-4891-A144-0946700AE3AF}" destId="{F2AF48CF-64A9-43F8-BB2F-958B6879BC0B}" srcOrd="4" destOrd="0" parTransId="{2502A6BA-467E-469F-A5B5-44DA04F0160E}" sibTransId="{E0926A3F-08B2-431E-AF4E-13E0A6B206C8}"/>
    <dgm:cxn modelId="{D9C4E75C-584A-45EB-B673-C34E4A5E3307}" type="presOf" srcId="{A391DA17-5E6B-462D-9DBF-EA7BB1C033C4}" destId="{3F8A1368-843C-44A9-9979-606B95FEF774}" srcOrd="0" destOrd="0" presId="urn:microsoft.com/office/officeart/2018/2/layout/IconVerticalSolidList"/>
    <dgm:cxn modelId="{3D15E765-85E6-4117-9C2D-887AA191B530}" type="presOf" srcId="{42D77495-701E-4361-BB88-D2FDE781FA77}" destId="{8881D0DA-BB31-47A8-B470-41B8D11D44CC}" srcOrd="0" destOrd="0" presId="urn:microsoft.com/office/officeart/2018/2/layout/IconVerticalSolidList"/>
    <dgm:cxn modelId="{0B3E227A-599D-48BD-A638-B48B71C77029}" type="presOf" srcId="{BD47AA11-7D27-4E0A-BA5F-CED70FF9B40F}" destId="{6C5FAB35-C246-4A21-8DF4-8B92A7F72F98}" srcOrd="0" destOrd="0" presId="urn:microsoft.com/office/officeart/2018/2/layout/IconVerticalSolidList"/>
    <dgm:cxn modelId="{C07F7083-12E1-4411-9CC3-5E4B893E02EB}" srcId="{0045131F-E31F-4891-A144-0946700AE3AF}" destId="{BD47AA11-7D27-4E0A-BA5F-CED70FF9B40F}" srcOrd="2" destOrd="0" parTransId="{7762E5D3-A098-4FF0-82B1-AC3B7E2AA27F}" sibTransId="{22CA69A6-5297-4B3F-AAC2-544CE8BE36F1}"/>
    <dgm:cxn modelId="{FB246798-9E74-48B9-A502-F406ABDD01C6}" type="presOf" srcId="{0045131F-E31F-4891-A144-0946700AE3AF}" destId="{603ED0A3-83A2-49C6-97C0-32C2C8AC7975}" srcOrd="0" destOrd="0" presId="urn:microsoft.com/office/officeart/2018/2/layout/IconVerticalSolidList"/>
    <dgm:cxn modelId="{67B4D2BF-30E3-49DE-9C33-5140264BF0C9}" srcId="{0045131F-E31F-4891-A144-0946700AE3AF}" destId="{A391DA17-5E6B-462D-9DBF-EA7BB1C033C4}" srcOrd="1" destOrd="0" parTransId="{1169CEC4-78CB-4356-AF2D-ABD0F4FF4375}" sibTransId="{4EFA8F1B-5932-465C-B800-B996F033DAB1}"/>
    <dgm:cxn modelId="{55672F72-A438-45AE-9620-37F4BA72E121}" type="presParOf" srcId="{603ED0A3-83A2-49C6-97C0-32C2C8AC7975}" destId="{2F4B4730-110B-4975-B444-16448AFAC134}" srcOrd="0" destOrd="0" presId="urn:microsoft.com/office/officeart/2018/2/layout/IconVerticalSolidList"/>
    <dgm:cxn modelId="{C19992D7-5DDC-4D11-9D98-A463FD4812E3}" type="presParOf" srcId="{2F4B4730-110B-4975-B444-16448AFAC134}" destId="{7D61E4D4-4A6E-4DE6-9E3C-1381B130C0B3}" srcOrd="0" destOrd="0" presId="urn:microsoft.com/office/officeart/2018/2/layout/IconVerticalSolidList"/>
    <dgm:cxn modelId="{F93790C0-B2F4-4B0D-8DFF-B0C3E18DBA2B}" type="presParOf" srcId="{2F4B4730-110B-4975-B444-16448AFAC134}" destId="{B3D9E623-C8D1-4E44-9F97-0C615B9DFC0A}" srcOrd="1" destOrd="0" presId="urn:microsoft.com/office/officeart/2018/2/layout/IconVerticalSolidList"/>
    <dgm:cxn modelId="{DD53FC34-B7AD-4F1E-8CE1-9698404EB951}" type="presParOf" srcId="{2F4B4730-110B-4975-B444-16448AFAC134}" destId="{32C21DB3-61DC-4253-A88D-C875BD62EB36}" srcOrd="2" destOrd="0" presId="urn:microsoft.com/office/officeart/2018/2/layout/IconVerticalSolidList"/>
    <dgm:cxn modelId="{3CC0FCE9-AC17-4F8C-BE01-13C24050193F}" type="presParOf" srcId="{2F4B4730-110B-4975-B444-16448AFAC134}" destId="{8881D0DA-BB31-47A8-B470-41B8D11D44CC}" srcOrd="3" destOrd="0" presId="urn:microsoft.com/office/officeart/2018/2/layout/IconVerticalSolidList"/>
    <dgm:cxn modelId="{30E1CE72-7F16-497C-BF22-E09C2ACA89AA}" type="presParOf" srcId="{603ED0A3-83A2-49C6-97C0-32C2C8AC7975}" destId="{7C408444-DC78-4CDB-B137-F9F22233A123}" srcOrd="1" destOrd="0" presId="urn:microsoft.com/office/officeart/2018/2/layout/IconVerticalSolidList"/>
    <dgm:cxn modelId="{71BC43A2-FB6F-43D3-8D0A-85B6738BCB5B}" type="presParOf" srcId="{603ED0A3-83A2-49C6-97C0-32C2C8AC7975}" destId="{67A0E8DC-71CE-4619-91D1-AC4C7C620943}" srcOrd="2" destOrd="0" presId="urn:microsoft.com/office/officeart/2018/2/layout/IconVerticalSolidList"/>
    <dgm:cxn modelId="{C274728E-3983-457F-BF95-F8C6232C2B96}" type="presParOf" srcId="{67A0E8DC-71CE-4619-91D1-AC4C7C620943}" destId="{84897CB6-365D-4CB8-8D94-62676AA09977}" srcOrd="0" destOrd="0" presId="urn:microsoft.com/office/officeart/2018/2/layout/IconVerticalSolidList"/>
    <dgm:cxn modelId="{29297290-2646-48E2-A9C0-5767C971C469}" type="presParOf" srcId="{67A0E8DC-71CE-4619-91D1-AC4C7C620943}" destId="{25DBA1DF-849E-4C41-B4F9-CC29116322C8}" srcOrd="1" destOrd="0" presId="urn:microsoft.com/office/officeart/2018/2/layout/IconVerticalSolidList"/>
    <dgm:cxn modelId="{F44A9321-8372-42A9-AFED-F6A8DE6AEE3D}" type="presParOf" srcId="{67A0E8DC-71CE-4619-91D1-AC4C7C620943}" destId="{D99654E6-F051-45C3-8944-8C40502D5C44}" srcOrd="2" destOrd="0" presId="urn:microsoft.com/office/officeart/2018/2/layout/IconVerticalSolidList"/>
    <dgm:cxn modelId="{F92D64C2-4477-4BC8-A8E9-5D35376DFCE4}" type="presParOf" srcId="{67A0E8DC-71CE-4619-91D1-AC4C7C620943}" destId="{3F8A1368-843C-44A9-9979-606B95FEF774}" srcOrd="3" destOrd="0" presId="urn:microsoft.com/office/officeart/2018/2/layout/IconVerticalSolidList"/>
    <dgm:cxn modelId="{40822F12-F7BF-47BE-8F37-65A24AD2BE71}" type="presParOf" srcId="{603ED0A3-83A2-49C6-97C0-32C2C8AC7975}" destId="{A197A1AC-AC60-4E1C-9D40-BA21D2BC5E4E}" srcOrd="3" destOrd="0" presId="urn:microsoft.com/office/officeart/2018/2/layout/IconVerticalSolidList"/>
    <dgm:cxn modelId="{499C5A5D-90CB-44F1-BAD3-169D8495420A}" type="presParOf" srcId="{603ED0A3-83A2-49C6-97C0-32C2C8AC7975}" destId="{3791D4CA-C607-4EF5-ABEA-4EC6697947E3}" srcOrd="4" destOrd="0" presId="urn:microsoft.com/office/officeart/2018/2/layout/IconVerticalSolidList"/>
    <dgm:cxn modelId="{22F65E54-6D36-4B7F-9FBB-7292D9FA3FFA}" type="presParOf" srcId="{3791D4CA-C607-4EF5-ABEA-4EC6697947E3}" destId="{97A56A69-1810-4CE8-A2AF-E5FC4909CADB}" srcOrd="0" destOrd="0" presId="urn:microsoft.com/office/officeart/2018/2/layout/IconVerticalSolidList"/>
    <dgm:cxn modelId="{3C01C2AA-0EC3-4FAD-A447-D382D2107B8B}" type="presParOf" srcId="{3791D4CA-C607-4EF5-ABEA-4EC6697947E3}" destId="{CCD3498B-2DE2-4AFF-AB5C-314FED75C327}" srcOrd="1" destOrd="0" presId="urn:microsoft.com/office/officeart/2018/2/layout/IconVerticalSolidList"/>
    <dgm:cxn modelId="{63030B03-4AA3-4382-884C-A88FD761F5D5}" type="presParOf" srcId="{3791D4CA-C607-4EF5-ABEA-4EC6697947E3}" destId="{DDC4223F-41D1-44AE-BF05-6F82EB88C61F}" srcOrd="2" destOrd="0" presId="urn:microsoft.com/office/officeart/2018/2/layout/IconVerticalSolidList"/>
    <dgm:cxn modelId="{7663A848-3C38-4AC2-B122-F579BF784838}" type="presParOf" srcId="{3791D4CA-C607-4EF5-ABEA-4EC6697947E3}" destId="{6C5FAB35-C246-4A21-8DF4-8B92A7F72F98}" srcOrd="3" destOrd="0" presId="urn:microsoft.com/office/officeart/2018/2/layout/IconVerticalSolidList"/>
    <dgm:cxn modelId="{21332660-BB43-45B1-9C5A-A097EB319015}" type="presParOf" srcId="{603ED0A3-83A2-49C6-97C0-32C2C8AC7975}" destId="{DA4285E4-368F-4FDF-8B62-E3CBD147B65B}" srcOrd="5" destOrd="0" presId="urn:microsoft.com/office/officeart/2018/2/layout/IconVerticalSolidList"/>
    <dgm:cxn modelId="{8A79EAFC-ACDC-49D0-8C85-A82B85D34019}" type="presParOf" srcId="{603ED0A3-83A2-49C6-97C0-32C2C8AC7975}" destId="{63D36CC7-3A76-4204-B5BF-7E2CAA4BAFBD}" srcOrd="6" destOrd="0" presId="urn:microsoft.com/office/officeart/2018/2/layout/IconVerticalSolidList"/>
    <dgm:cxn modelId="{670C0B24-0CFE-402C-A561-A6C87C736FE4}" type="presParOf" srcId="{63D36CC7-3A76-4204-B5BF-7E2CAA4BAFBD}" destId="{D1ABD576-BF17-4547-A3BB-685A61478429}" srcOrd="0" destOrd="0" presId="urn:microsoft.com/office/officeart/2018/2/layout/IconVerticalSolidList"/>
    <dgm:cxn modelId="{2821DEB2-135E-46EA-824A-8E37D6AA18F3}" type="presParOf" srcId="{63D36CC7-3A76-4204-B5BF-7E2CAA4BAFBD}" destId="{8D69CF13-3E84-42CB-A497-30416F5E2430}" srcOrd="1" destOrd="0" presId="urn:microsoft.com/office/officeart/2018/2/layout/IconVerticalSolidList"/>
    <dgm:cxn modelId="{FD806C4F-2450-485D-9AE0-CA659F6232F9}" type="presParOf" srcId="{63D36CC7-3A76-4204-B5BF-7E2CAA4BAFBD}" destId="{AB659993-C85E-4679-B747-425333918599}" srcOrd="2" destOrd="0" presId="urn:microsoft.com/office/officeart/2018/2/layout/IconVerticalSolidList"/>
    <dgm:cxn modelId="{5EA65FC4-D2DA-4311-BC77-A38BFF52253A}" type="presParOf" srcId="{63D36CC7-3A76-4204-B5BF-7E2CAA4BAFBD}" destId="{A5B2D846-7A29-4D68-824B-AE1B9FC851C1}" srcOrd="3" destOrd="0" presId="urn:microsoft.com/office/officeart/2018/2/layout/IconVerticalSolidList"/>
    <dgm:cxn modelId="{FC71D9A3-1168-4025-8E90-7756D39BA005}" type="presParOf" srcId="{603ED0A3-83A2-49C6-97C0-32C2C8AC7975}" destId="{F119243C-5136-4FF0-A028-DD2CB6DE056D}" srcOrd="7" destOrd="0" presId="urn:microsoft.com/office/officeart/2018/2/layout/IconVerticalSolidList"/>
    <dgm:cxn modelId="{1D2DD7B0-0F4A-4BFC-A11C-4EA11322AFC5}" type="presParOf" srcId="{603ED0A3-83A2-49C6-97C0-32C2C8AC7975}" destId="{6A819685-DC7C-4061-8F1D-3A037F80BAEC}" srcOrd="8" destOrd="0" presId="urn:microsoft.com/office/officeart/2018/2/layout/IconVerticalSolidList"/>
    <dgm:cxn modelId="{8FAB94D6-4D5D-4DA8-AAC4-910C3F0E1B69}" type="presParOf" srcId="{6A819685-DC7C-4061-8F1D-3A037F80BAEC}" destId="{9ECD9D05-524B-4E99-BAFE-F4801D11D5AC}" srcOrd="0" destOrd="0" presId="urn:microsoft.com/office/officeart/2018/2/layout/IconVerticalSolidList"/>
    <dgm:cxn modelId="{1EE4F8C1-DFFC-41F6-B00C-BCA0D3F8BADF}" type="presParOf" srcId="{6A819685-DC7C-4061-8F1D-3A037F80BAEC}" destId="{0AFE7F50-C6C4-415D-B3FB-A74E28184A70}" srcOrd="1" destOrd="0" presId="urn:microsoft.com/office/officeart/2018/2/layout/IconVerticalSolidList"/>
    <dgm:cxn modelId="{03E41C22-2025-48B7-A7F8-1B9BAF3BFF6B}" type="presParOf" srcId="{6A819685-DC7C-4061-8F1D-3A037F80BAEC}" destId="{6CDB1DF9-2574-40DD-81B5-020143ECF384}" srcOrd="2" destOrd="0" presId="urn:microsoft.com/office/officeart/2018/2/layout/IconVerticalSolidList"/>
    <dgm:cxn modelId="{767BB2F7-31F6-4DDB-A95A-5DB8AC90D009}" type="presParOf" srcId="{6A819685-DC7C-4061-8F1D-3A037F80BAEC}" destId="{24B43A88-1712-4C55-A4D5-43BCEB0AE4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61E4D4-4A6E-4DE6-9E3C-1381B130C0B3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D9E623-C8D1-4E44-9F97-0C615B9DFC0A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1D0DA-BB31-47A8-B470-41B8D11D44CC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📋 Upcoming (Implementation Plan):</a:t>
          </a:r>
        </a:p>
      </dsp:txBody>
      <dsp:txXfrm>
        <a:off x="1074268" y="4366"/>
        <a:ext cx="3609680" cy="930102"/>
      </dsp:txXfrm>
    </dsp:sp>
    <dsp:sp modelId="{84897CB6-365D-4CB8-8D94-62676AA09977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BA1DF-849E-4C41-B4F9-CC29116322C8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A1368-843C-44A9-9979-606B95FEF774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• Enhanced CSV validation and import</a:t>
          </a:r>
        </a:p>
      </dsp:txBody>
      <dsp:txXfrm>
        <a:off x="1074268" y="1166994"/>
        <a:ext cx="3609680" cy="930102"/>
      </dsp:txXfrm>
    </dsp:sp>
    <dsp:sp modelId="{97A56A69-1810-4CE8-A2AF-E5FC4909CADB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D3498B-2DE2-4AFF-AB5C-314FED75C327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FAB35-C246-4A21-8DF4-8B92A7F72F98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• Batch review interface for curators</a:t>
          </a:r>
        </a:p>
      </dsp:txBody>
      <dsp:txXfrm>
        <a:off x="1074268" y="2329622"/>
        <a:ext cx="3609680" cy="930102"/>
      </dsp:txXfrm>
    </dsp:sp>
    <dsp:sp modelId="{D1ABD576-BF17-4547-A3BB-685A61478429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69CF13-3E84-42CB-A497-30416F5E2430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2D846-7A29-4D68-824B-AE1B9FC851C1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• Website cross-linking improvements</a:t>
          </a:r>
        </a:p>
      </dsp:txBody>
      <dsp:txXfrm>
        <a:off x="1074268" y="3492250"/>
        <a:ext cx="3609680" cy="930102"/>
      </dsp:txXfrm>
    </dsp:sp>
    <dsp:sp modelId="{9ECD9D05-524B-4E99-BAFE-F4801D11D5AC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FE7F50-C6C4-415D-B3FB-A74E28184A70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43A88-1712-4C55-A4D5-43BCEB0AE41D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Timeline: Weeks 2-3</a:t>
          </a:r>
        </a:p>
      </dsp:txBody>
      <dsp:txXfrm>
        <a:off x="1074268" y="4654878"/>
        <a:ext cx="3609680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1143000" y="1293338"/>
            <a:ext cx="6858000" cy="3274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7BFF"/>
                </a:solidFill>
              </a:defRPr>
            </a:pPr>
            <a:r>
              <a:rPr lang="en-GB" sz="6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PRISM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5514052"/>
            <a:ext cx="6858000" cy="651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343A40"/>
                </a:solidFill>
              </a:defRPr>
            </a:pP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Adding Tool Interactions - Main Form &amp; Quick Add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024878" y="5943600"/>
            <a:ext cx="30942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200">
                <a:solidFill>
                  <a:srgbClr val="6C757D"/>
                </a:solidFill>
              </a:defRPr>
            </a:pPr>
            <a:r>
              <a:rPr lang="en-GB" sz="1200" dirty="0" err="1"/>
              <a:t>MaLDReTH</a:t>
            </a:r>
            <a:r>
              <a:rPr lang="en-GB" sz="1200" dirty="0"/>
              <a:t> II Working Group - Co-Chairs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7BFF"/>
                </a:solidFill>
              </a:defRPr>
            </a:pPr>
            <a:r>
              <a:rPr lang="en-GB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PRISM?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600" dirty="0"/>
              <a:t>• Platform for Recording Infrastructure &amp; Service Mappings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16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600" dirty="0"/>
              <a:t>• Community-driven </a:t>
            </a:r>
            <a:r>
              <a:rPr lang="en-GB" sz="1600" dirty="0" err="1"/>
              <a:t>catalog</a:t>
            </a:r>
            <a:r>
              <a:rPr lang="en-GB" sz="1600" dirty="0"/>
              <a:t> of tool interactions across the research data lifecycle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16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600" dirty="0"/>
              <a:t>• Current Status: Alpha development with 157 tools, 12 lifecycle stages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16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600" dirty="0"/>
              <a:t>• Goal: Map the digital research infrastructure ecosystem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16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600" dirty="0"/>
              <a:t>https://</a:t>
            </a:r>
            <a:r>
              <a:rPr lang="en-GB" sz="1600" dirty="0" err="1"/>
              <a:t>bit.ly</a:t>
            </a:r>
            <a:r>
              <a:rPr lang="en-GB" sz="1600" dirty="0"/>
              <a:t>/prism-cochair</a:t>
            </a:r>
          </a:p>
        </p:txBody>
      </p:sp>
      <p:pic>
        <p:nvPicPr>
          <p:cNvPr id="16" name="Picture 15" descr="A qr code on a white square&#10;&#10;AI-generated content may be incorrect.">
            <a:extLst>
              <a:ext uri="{FF2B5EF4-FFF2-40B4-BE49-F238E27FC236}">
                <a16:creationId xmlns:a16="http://schemas.microsoft.com/office/drawing/2014/main" id="{1A8F9079-900B-9779-71B3-C27967566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750" y="4574837"/>
            <a:ext cx="1768523" cy="22831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7BFF"/>
                </a:solidFill>
              </a:defRPr>
            </a:pPr>
            <a:r>
              <a:rPr lang="en-GB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Recent Updates - Phase 1 Complete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✅ Interactive User Guide - Step-by-step documentation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21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✅ Alpha Status Banner - Setting expectations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21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✅ Feedback Collection System - Gathering user input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21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✅ Quick Add Form - Rapid interaction entry (NEW!)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7BFF"/>
                </a:solidFill>
              </a:defRPr>
            </a:pPr>
            <a:r>
              <a:rPr lang="en-GB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Today's Demo Focus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🎯 Two ways to add tool interactions: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sz="2100" dirty="0"/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   1. Main Form - Comprehensive, detailed entry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      • All fields available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      • Rich documentation options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      • Best for well-documented interactions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sz="2100" dirty="0"/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   2. Quick Add - Rapid entry workflow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      • 5 essential fields only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      • "Save &amp; add another" mode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sz="2100" dirty="0"/>
              <a:t>      • Best for bulk entry sessions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BFF"/>
                </a:solidFill>
              </a:defRPr>
            </a:pPr>
            <a:r>
              <a:rPr lang="en-GB" dirty="0"/>
              <a:t>🎬 5-Minute Platform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3A40"/>
                </a:solidFill>
              </a:defRPr>
            </a:pPr>
            <a:r>
              <a:rPr lang="en-GB" dirty="0"/>
              <a:t>Let's explore PRISM together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BFF"/>
                </a:solidFill>
              </a:defRPr>
            </a:pPr>
            <a:r>
              <a:rPr lang="en-GB" dirty="0"/>
              <a:t>Tour 1/5: Home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43A40"/>
                </a:solidFill>
              </a:defRPr>
            </a:pPr>
            <a:r>
              <a:rPr lang="en-GB" dirty="0"/>
              <a:t>📊 Central hub showing stats, recent interactions, and navigation. Alpha banner prompts feedback.</a:t>
            </a:r>
          </a:p>
        </p:txBody>
      </p:sp>
      <p:pic>
        <p:nvPicPr>
          <p:cNvPr id="4" name="Picture 3" descr="tour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188080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479160" y="670218"/>
            <a:ext cx="8182230" cy="1065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7BFF"/>
                </a:solidFill>
              </a:defRPr>
            </a:pPr>
            <a:r>
              <a:rPr lang="en-GB" sz="5700" dirty="0">
                <a:latin typeface="+mj-lt"/>
                <a:ea typeface="+mj-ea"/>
                <a:cs typeface="+mj-cs"/>
              </a:rPr>
              <a:t>Tour 2/5: Interactions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160" y="1851381"/>
            <a:ext cx="8182233" cy="552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343A40"/>
                </a:solidFill>
              </a:defRPr>
            </a:pPr>
            <a:r>
              <a:rPr lang="en-GB" sz="1500" dirty="0"/>
              <a:t>🔍 Browse, search, and filter all documented tool interactions. Export to CSV or view details.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2032" y="1800088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F0EF53-FEFA-C011-F476-157F45EB6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96" r="22767" b="-2"/>
          <a:stretch>
            <a:fillRect/>
          </a:stretch>
        </p:blipFill>
        <p:spPr>
          <a:xfrm>
            <a:off x="324086" y="2619784"/>
            <a:ext cx="2609378" cy="3600041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E1F361-CB13-8A3E-383B-1E3B837C2F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47" r="16116" b="-2"/>
          <a:stretch>
            <a:fillRect/>
          </a:stretch>
        </p:blipFill>
        <p:spPr>
          <a:xfrm>
            <a:off x="3267311" y="2619784"/>
            <a:ext cx="2609378" cy="3600041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83138B-76E3-C371-B36F-F8F1F3AE43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044" r="34419" b="-2"/>
          <a:stretch>
            <a:fillRect/>
          </a:stretch>
        </p:blipFill>
        <p:spPr>
          <a:xfrm>
            <a:off x="6210536" y="2619784"/>
            <a:ext cx="2609378" cy="36000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BFF"/>
                </a:solidFill>
              </a:defRPr>
            </a:pPr>
            <a:r>
              <a:rPr lang="en-GB" dirty="0"/>
              <a:t>Tour 3/5: Interactive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43A40"/>
                </a:solidFill>
              </a:defRPr>
            </a:pPr>
            <a:r>
              <a:rPr lang="en-GB" dirty="0"/>
              <a:t>🎨 Radial visualization maps tools by lifecycle stage. Interactive exploration of relationships.</a:t>
            </a:r>
          </a:p>
        </p:txBody>
      </p:sp>
      <p:pic>
        <p:nvPicPr>
          <p:cNvPr id="4" name="Picture 3" descr="tour_radial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BFF"/>
                </a:solidFill>
              </a:defRPr>
            </a:pPr>
            <a:r>
              <a:rPr lang="en-GB" dirty="0"/>
              <a:t>Tour 4/5: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43A40"/>
                </a:solidFill>
              </a:defRPr>
            </a:pPr>
            <a:r>
              <a:rPr lang="en-GB" dirty="0"/>
              <a:t>📚 Comprehensive User Guide with interactive features. Glossary defines all terms and concepts.</a:t>
            </a:r>
          </a:p>
        </p:txBody>
      </p:sp>
      <p:pic>
        <p:nvPicPr>
          <p:cNvPr id="4" name="Picture 3" descr="tour_gloss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BFF"/>
                </a:solidFill>
              </a:defRPr>
            </a:pPr>
            <a:r>
              <a:rPr lang="en-GB" dirty="0"/>
              <a:t>Tour 5/5: About &amp;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43A40"/>
                </a:solidFill>
              </a:defRPr>
            </a:pPr>
            <a:r>
              <a:rPr lang="en-GB" dirty="0"/>
              <a:t>👥 Learn about </a:t>
            </a:r>
            <a:r>
              <a:rPr lang="en-GB" dirty="0" err="1"/>
              <a:t>MaLDReTH</a:t>
            </a:r>
            <a:r>
              <a:rPr lang="en-GB" dirty="0"/>
              <a:t> working group, RDA TIGER support, and how to contribute.</a:t>
            </a:r>
          </a:p>
        </p:txBody>
      </p:sp>
      <p:pic>
        <p:nvPicPr>
          <p:cNvPr id="4" name="Picture 3" descr="tour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130216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7BFF"/>
                </a:solidFill>
              </a:defRPr>
            </a:pPr>
            <a:r>
              <a:rPr lang="en-GB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Main Form - Comprehensive Entry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📝 Full-featured interaction documentation: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12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Source &amp; Target Tools (searchable dropdowns)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Interaction Type (11 categories)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Lifecycle Stage (12 stages)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Description (what happens?)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Technical Details (how it works?)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Benefits (why it matters?)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Challenges (what to watch for?)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Examples (real-world use cases)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Contact Information (optional)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7BFF"/>
                </a:solidFill>
              </a:defRPr>
            </a:pPr>
            <a:r>
              <a:rPr lang="en-GB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Main Form - Key Features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💡 Smart Features: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12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Searchable tool dropdowns (157 tools)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12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Contextual help for each interaction type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12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Field-level guidance and examples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12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Preview before submission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endParaRPr lang="en-GB" sz="1200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43A40"/>
                </a:solidFill>
              </a:defRPr>
            </a:pPr>
            <a:r>
              <a:rPr lang="en-GB" sz="1200" dirty="0"/>
              <a:t>• Links to User Guide and Glossary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FF"/>
                </a:solidFill>
              </a:defRPr>
            </a:pPr>
            <a:r>
              <a:rPr lang="en-GB" dirty="0"/>
              <a:t>Quick Add - Rapid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⚡ Streamlined for speed: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Only 5 required fields: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1. Source Tool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2. Target Tool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3. Interaction Type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4. Lifecycle Stage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5. Brief Description (1 sentence)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Optional: Your name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Target: ~30 seconds per entry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FF"/>
                </a:solidFill>
              </a:defRPr>
            </a:pPr>
            <a:r>
              <a:rPr lang="en-GB" dirty="0"/>
              <a:t>Quick Add -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🚀 Built for rapid entry: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✓ "Add another after saving" checkbox (default ON)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✓ Form clears automatically for next entry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✓ Searchable tool dropdowns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✓ Keyboard shortcuts (Ctrl/</a:t>
            </a:r>
            <a:r>
              <a:rPr lang="en-GB" dirty="0" err="1"/>
              <a:t>Cmd</a:t>
            </a:r>
            <a:r>
              <a:rPr lang="en-GB" dirty="0"/>
              <a:t> + S to save)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✓ Tab navigation for keyboard-only workflow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✓ Link to switch to full form anytime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FF"/>
                </a:solidFill>
              </a:defRPr>
            </a:pPr>
            <a:r>
              <a:rPr lang="en-GB" dirty="0"/>
              <a:t>Main Form vs Quick Add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8A745"/>
                </a:solidFill>
              </a:defRPr>
            </a:pPr>
            <a:r>
              <a:rPr lang="en-GB" dirty="0"/>
              <a:t>📋 Main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12+ fields available</a:t>
            </a:r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Rich documentation</a:t>
            </a:r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Technical details</a:t>
            </a:r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Benefits &amp; challenges</a:t>
            </a:r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Examples</a:t>
            </a:r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Best for: Well-researched interactions</a:t>
            </a:r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Time: 3-5 minutes per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C107"/>
                </a:solidFill>
              </a:defRPr>
            </a:pPr>
            <a:r>
              <a:rPr lang="en-GB" dirty="0"/>
              <a:t>⚡ Quick Add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92024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5 required fields only</a:t>
            </a:r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Brief description</a:t>
            </a:r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No technical details needed</a:t>
            </a:r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Focus on essentials</a:t>
            </a:r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Details can be added later</a:t>
            </a:r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Best for: Bulk entry sessions</a:t>
            </a:r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800"/>
              </a:spcAft>
              <a:defRPr sz="1600">
                <a:solidFill>
                  <a:srgbClr val="343A40"/>
                </a:solidFill>
              </a:defRPr>
            </a:pPr>
            <a:r>
              <a:rPr lang="en-GB" dirty="0"/>
              <a:t>• Time: ~30 seconds per entry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FF"/>
                </a:solidFill>
              </a:defRPr>
            </a:pPr>
            <a:r>
              <a:rPr lang="en-GB" dirty="0"/>
              <a:t>DEMO: Main Form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Let's walk through a detailed entry: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1. Navigate to: Add Interaction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2. Select Source Tool (e.g., </a:t>
            </a:r>
            <a:r>
              <a:rPr lang="en-GB" dirty="0" err="1"/>
              <a:t>DMPTool</a:t>
            </a:r>
            <a:r>
              <a:rPr lang="en-GB" dirty="0"/>
              <a:t>)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3. Select Target Tool (e.g., </a:t>
            </a:r>
            <a:r>
              <a:rPr lang="en-GB" dirty="0" err="1"/>
              <a:t>RSpace</a:t>
            </a:r>
            <a:r>
              <a:rPr lang="en-GB" dirty="0"/>
              <a:t>)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4. Choose Interaction Type (e.g., API Integration)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5. Select Lifecycle Stage (e.g., PLAN)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6. Fill in detailed description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7. Add technical details, benefits, challenges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8. Submit and 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FF"/>
                </a:solidFill>
              </a:defRPr>
            </a:pPr>
            <a:r>
              <a:rPr lang="en-GB" dirty="0"/>
              <a:t>DEMO: Quick Add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Let's do rapid entry: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1. Navigate to: Quick Add (/quick-add)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2. Source Tool → Target Tool (searchable)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3. Interaction Type → Lifecycle Stage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4. One-sentence description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5. Click "Quick Save"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6. Form clears → Ready for next entry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7. Repeat for bulk entry sessions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FF"/>
                </a:solidFill>
              </a:defRPr>
            </a:pPr>
            <a:r>
              <a:rPr lang="en-GB" dirty="0"/>
              <a:t>When to Use Each Approach?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📋 Use Main Form when: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You have detailed technical knowledge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Documenting complex integrations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Adding benefits, challenges, examples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First-time detailed documentation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⚡ Use Quick Add when: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You know many interactions exist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Rapid brainstorming/mapping session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</a:t>
            </a:r>
            <a:r>
              <a:rPr lang="en-GB" dirty="0" err="1"/>
              <a:t>Cataloging</a:t>
            </a:r>
            <a:r>
              <a:rPr lang="en-GB" dirty="0"/>
              <a:t> from documentation review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Details can be filled in later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Workshop or group activity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FF"/>
                </a:solidFill>
              </a:defRPr>
            </a:pPr>
            <a:r>
              <a:rPr lang="en-GB" dirty="0"/>
              <a:t>Data Quality &amp; Curation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🎯 Both forms create valid database entries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Quick Add interactions can be enhanced later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Edit function available for all interactions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Community curation encouraged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Feedback system captures improvement suggestions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Goal: Balance speed with quality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FF"/>
                </a:solidFill>
              </a:defRPr>
            </a:pPr>
            <a:r>
              <a:rPr lang="en-GB" dirty="0"/>
              <a:t>🎬 LIVE DEMO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Let's see both forms in action...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(Navigate to live application)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Questions during demo are welcome!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FF"/>
                </a:solidFill>
              </a:defRPr>
            </a:pPr>
            <a:r>
              <a:rPr lang="en-GB" dirty="0"/>
              <a:t>Other New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📚 Interactive User Guide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Step-by-step walkthrough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Searchable, collapsible sections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Reading progress indicator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💬 Feedback System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Alpha version feedback collection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6 categories (Usability, Data Quality, etc.)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   • Admin review page with CSV export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FF"/>
                </a:solidFill>
              </a:defRPr>
            </a:pPr>
            <a:r>
              <a:rPr lang="en-GB" dirty="0"/>
              <a:t>Your Feedback &amp;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💭 Discussion Points: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Are both entry methods useful?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What's your preferred workflow?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Which fields are most/least important?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How can we improve the user experience?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• What other features would be valuable?</a:t>
            </a:r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343A40"/>
                </a:solidFill>
              </a:defRPr>
            </a:pPr>
            <a:r>
              <a:rPr lang="en-GB" dirty="0"/>
              <a:t>🔗 Access: http://prism-int-dev-f2cc90f8dc1f.herokuapp.com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9545" y="1070800"/>
            <a:ext cx="2954766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7BFF"/>
                </a:solidFill>
              </a:defRPr>
            </a:pPr>
            <a:r>
              <a:rPr lang="en-GB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Next Steps - Phase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0853EB0-F6FC-C177-2702-2A17017E58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026575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BFF"/>
                </a:solidFill>
              </a:defRPr>
            </a:pPr>
            <a:r>
              <a:rPr lang="en-GB" dirty="0"/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3A40"/>
                </a:solidFill>
              </a:defRPr>
            </a:pPr>
            <a:r>
              <a:rPr lang="en-GB" dirty="0"/>
              <a:t>Questions &amp; Feedback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</a:defRPr>
            </a:pPr>
            <a:r>
              <a:rPr lang="en-GB" dirty="0" err="1"/>
              <a:t>MaLDReTH</a:t>
            </a:r>
            <a:r>
              <a:rPr lang="en-GB" dirty="0"/>
              <a:t> II Working Group - Co-Chairs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1050</Words>
  <Application>Microsoft Macintosh PowerPoint</Application>
  <PresentationFormat>On-screen Show (4:3)</PresentationFormat>
  <Paragraphs>229</Paragraphs>
  <Slides>24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Adam Vials Moore</cp:lastModifiedBy>
  <cp:revision>4</cp:revision>
  <cp:lastPrinted>2025-11-03T14:41:06Z</cp:lastPrinted>
  <dcterms:created xsi:type="dcterms:W3CDTF">2013-01-27T09:14:16Z</dcterms:created>
  <dcterms:modified xsi:type="dcterms:W3CDTF">2025-11-03T16:14:04Z</dcterms:modified>
  <cp:category/>
</cp:coreProperties>
</file>